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BBFF1-3865-4EF9-A5DD-F93CA77EC955}" v="243" dt="2022-06-22T10:14:10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Organization and Self-Motivation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CHECKPOINT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36690-A79E-A11F-3118-D74CB76B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Draw the Urgent Important matrix. Complete the matrix with 3 activities in each box.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A21AE1B6-CF35-55F5-3B58-6B6A940E3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724" y="2427541"/>
            <a:ext cx="8983452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5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4F35-8B18-456F-991C-02E1209E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Name your goal within one year. Name three sub-goals that will allow you to achieve your primary goal.</a:t>
            </a:r>
            <a:endParaRPr lang="en-US" sz="3200" dirty="0">
              <a:ea typeface="Calibri Light"/>
              <a:cs typeface="Calibri Light"/>
            </a:endParaRPr>
          </a:p>
          <a:p>
            <a:endParaRPr lang="en-US" sz="3200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B398-915D-2E7B-37A7-DDDC5C27A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Calibri"/>
                <a:cs typeface="Calibri"/>
              </a:rPr>
              <a:t>Primary goal: </a:t>
            </a:r>
            <a:r>
              <a:rPr lang="en-US" dirty="0">
                <a:ea typeface="Calibri"/>
                <a:cs typeface="Calibri"/>
              </a:rPr>
              <a:t>Get a well-paying job outside of the country as a full-stack developer.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Calibri"/>
                <a:cs typeface="Calibri"/>
              </a:rPr>
              <a:t>Sub-goals: 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Calibri"/>
                <a:cs typeface="Calibri"/>
              </a:rPr>
              <a:t>Build projects and update CV and resume gradually.</a:t>
            </a:r>
            <a:endParaRPr lang="en-US" b="1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Calibri"/>
                <a:cs typeface="Calibri"/>
              </a:rPr>
              <a:t>Learn more programming (Frontend and Backend)</a:t>
            </a:r>
          </a:p>
          <a:p>
            <a:pPr lvl="1"/>
            <a:r>
              <a:rPr lang="en-US" dirty="0"/>
              <a:t>Limit social media &amp; TV</a:t>
            </a:r>
            <a:endParaRPr lang="en-US" dirty="0">
              <a:ea typeface="Calibri"/>
              <a:cs typeface="Calibri"/>
            </a:endParaRPr>
          </a:p>
          <a:p>
            <a:pPr lvl="1"/>
            <a:endParaRPr lang="en-US" dirty="0">
              <a:ea typeface="Calibri"/>
              <a:cs typeface="Calibri"/>
            </a:endParaRPr>
          </a:p>
          <a:p>
            <a:pPr lvl="1"/>
            <a:endParaRPr lang="en-US" dirty="0">
              <a:ea typeface="Calibri"/>
              <a:cs typeface="Calibri"/>
            </a:endParaRPr>
          </a:p>
          <a:p>
            <a:pPr lvl="1"/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418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Organization and Self-Motivation</vt:lpstr>
      <vt:lpstr>Draw the Urgent Important matrix. Complete the matrix with 3 activities in each box.</vt:lpstr>
      <vt:lpstr>Name your goal within one year. Name three sub-goals that will allow you to achieve your primary goal.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47</cp:revision>
  <dcterms:created xsi:type="dcterms:W3CDTF">2022-06-22T10:05:04Z</dcterms:created>
  <dcterms:modified xsi:type="dcterms:W3CDTF">2022-06-22T10:14:11Z</dcterms:modified>
</cp:coreProperties>
</file>